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1" r:id="rId9"/>
    <p:sldId id="262" r:id="rId10"/>
    <p:sldId id="263" r:id="rId11"/>
    <p:sldId id="266" r:id="rId12"/>
    <p:sldId id="268" r:id="rId13"/>
    <p:sldId id="264" r:id="rId14"/>
    <p:sldId id="265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B4B7A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钱包照片转化完整流程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C3E50"/>
                </a:solidFill>
              </a:rPr>
              <a:t>Link Fox AI → Photoshop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574"/>
                </a:solidFill>
              </a:rPr>
              <a:t>从照片到钱包雕刻图案的两步转化指南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kern="0" spc="150" dirty="0">
                <a:solidFill>
                  <a:srgbClr val="1B4B7A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流程概览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4200" y="1325880"/>
            <a:ext cx="3200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64360" y="1600200"/>
            <a:ext cx="640080" cy="640080"/>
          </a:xfrm>
          <a:prstGeom prst="ellipse">
            <a:avLst/>
          </a:prstGeom>
          <a:solidFill>
            <a:srgbClr val="7B68EE"/>
          </a:solidFill>
        </p:spPr>
      </p:sp>
      <p:sp>
        <p:nvSpPr>
          <p:cNvPr id="5" name="Text 3"/>
          <p:cNvSpPr/>
          <p:nvPr/>
        </p:nvSpPr>
        <p:spPr>
          <a:xfrm>
            <a:off x="1864360" y="1737360"/>
            <a:ext cx="640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7080" y="2423160"/>
            <a:ext cx="28346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8EE"/>
                </a:solidFill>
              </a:rPr>
              <a:t>Link Fox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7080" y="2971800"/>
            <a:ext cx="283464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照片→线稿图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67480" y="2240280"/>
            <a:ext cx="731520" cy="548640"/>
          </a:xfrm>
          <a:prstGeom prst="rightArrow">
            <a:avLst/>
          </a:prstGeom>
          <a:solidFill>
            <a:srgbClr val="D4A574"/>
          </a:solidFill>
        </p:spPr>
      </p:sp>
      <p:sp>
        <p:nvSpPr>
          <p:cNvPr id="9" name="Shape 7"/>
          <p:cNvSpPr/>
          <p:nvPr/>
        </p:nvSpPr>
        <p:spPr>
          <a:xfrm>
            <a:off x="5156200" y="1325880"/>
            <a:ext cx="3200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1A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6360" y="1600200"/>
            <a:ext cx="640080" cy="640080"/>
          </a:xfrm>
          <a:prstGeom prst="ellipse">
            <a:avLst/>
          </a:prstGeom>
          <a:solidFill>
            <a:srgbClr val="31A8FF"/>
          </a:solidFill>
        </p:spPr>
      </p:sp>
      <p:sp>
        <p:nvSpPr>
          <p:cNvPr id="11" name="Text 9"/>
          <p:cNvSpPr/>
          <p:nvPr/>
        </p:nvSpPr>
        <p:spPr>
          <a:xfrm>
            <a:off x="6436360" y="1737360"/>
            <a:ext cx="640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39080" y="2423160"/>
            <a:ext cx="28346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1A8FF"/>
                </a:solidFill>
              </a:rPr>
              <a:t>Photoshop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9080" y="2971800"/>
            <a:ext cx="283464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线稿→成品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Step 1: Link Fox AI生成线稿图</a:t>
            </a:r>
            <a:endParaRPr lang="en-US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pic>
        <p:nvPicPr>
          <p:cNvPr id="4" name="Image 0" descr="/workspace/.uploads/e99a7c6b-8514-471e-ae59-a14bfecea4f3_3.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5029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22960"/>
            <a:ext cx="292544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B68EE"/>
                </a:solidFill>
              </a:rPr>
              <a:t>Link Fox 操作步骤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137160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1. 进入 Link Fox AI 修图板块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69164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2. 上传顾客原图照片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01168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3. 选择风格参考图（线稿图）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33172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4. 输入提示词：PPT8.9</a:t>
            </a:r>
            <a:r>
              <a:rPr lang="zh-CN" altLang="en-US" sz="1100" dirty="0">
                <a:solidFill>
                  <a:srgbClr val="2C3E50"/>
                </a:solidFill>
              </a:rPr>
              <a:t>页</a:t>
            </a:r>
            <a:r>
              <a:rPr lang="zh-CN" altLang="en-US" sz="1100" dirty="0">
                <a:solidFill>
                  <a:srgbClr val="2C3E50"/>
                </a:solidFill>
              </a:rPr>
              <a:t>是口令</a:t>
            </a:r>
            <a:endParaRPr lang="zh-CN" altLang="en-US" sz="1100" dirty="0">
              <a:solidFill>
                <a:srgbClr val="2C3E5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03504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2709545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5. 点击生成，等待处理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Step 1: 参数设置调整</a:t>
            </a:r>
            <a:endParaRPr lang="en-US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pic>
        <p:nvPicPr>
          <p:cNvPr id="4" name="Image 0" descr="/workspace/.uploads/2e208f96-0fe4-49ba-8551-8005f854d671_3.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5029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22960"/>
            <a:ext cx="292671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B68EE"/>
                </a:solidFill>
              </a:rPr>
              <a:t>参数设置说明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146304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2C3E50"/>
                </a:solidFill>
              </a:rPr>
              <a:t>模型</a:t>
            </a:r>
            <a:r>
              <a:rPr lang="en-US" sz="1200" b="1" dirty="0">
                <a:solidFill>
                  <a:srgbClr val="2C3E50"/>
                </a:solidFill>
              </a:rPr>
              <a:t>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146304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7B68EE"/>
                </a:solidFill>
              </a:rPr>
              <a:t>香蕉</a:t>
            </a:r>
            <a:r>
              <a:rPr lang="en-US" altLang="zh-CN" sz="1200" dirty="0">
                <a:solidFill>
                  <a:srgbClr val="7B68EE"/>
                </a:solidFill>
              </a:rPr>
              <a:t>2</a:t>
            </a:r>
            <a:r>
              <a:rPr lang="zh-CN" altLang="en-US" sz="1200" dirty="0">
                <a:solidFill>
                  <a:srgbClr val="7B68EE"/>
                </a:solidFill>
              </a:rPr>
              <a:t>模型</a:t>
            </a:r>
            <a:endParaRPr lang="zh-CN" altLang="en-US" sz="1200" dirty="0">
              <a:solidFill>
                <a:srgbClr val="7B68EE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035040" y="246888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图片尺寸: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246888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B68EE"/>
                </a:solidFill>
              </a:rPr>
              <a:t>1:1 (正方形)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生成数量: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B68EE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931920"/>
            <a:ext cx="2926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输出：黑色背景情侣剪影线稿图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6035040" y="196596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2C3E50"/>
                </a:solidFill>
              </a:rPr>
              <a:t>模式</a:t>
            </a:r>
            <a:r>
              <a:rPr lang="en-US" sz="1200" b="1" dirty="0">
                <a:solidFill>
                  <a:srgbClr val="2C3E50"/>
                </a:solidFill>
              </a:rPr>
              <a:t>: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7498080" y="196596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7B68EE"/>
                </a:solidFill>
              </a:rPr>
              <a:t>稳定</a:t>
            </a:r>
            <a:r>
              <a:rPr lang="zh-CN" altLang="en-US" sz="1200" dirty="0">
                <a:solidFill>
                  <a:srgbClr val="7B68EE"/>
                </a:solidFill>
              </a:rPr>
              <a:t>模式</a:t>
            </a:r>
            <a:endParaRPr lang="zh-CN" altLang="en-US" sz="1200" dirty="0">
              <a:solidFill>
                <a:srgbClr val="7B68E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Step 1 输出效果：线稿图</a:t>
            </a:r>
            <a:endParaRPr lang="en-US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输入：顾客照片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731520"/>
            <a:ext cx="32004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输出：线稿图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560320"/>
            <a:ext cx="457200" cy="548640"/>
          </a:xfrm>
          <a:prstGeom prst="rightArrow">
            <a:avLst/>
          </a:prstGeom>
          <a:solidFill>
            <a:srgbClr val="D4A574"/>
          </a:solidFill>
        </p:spPr>
      </p:sp>
      <p:sp>
        <p:nvSpPr>
          <p:cNvPr id="10" name="Shape 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E6D3"/>
          </a:solidFill>
        </p:spPr>
      </p:sp>
      <p:sp>
        <p:nvSpPr>
          <p:cNvPr id="11" name="Text 8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效果：黑色背景  ✓  情侣剪影清晰  ✓  高对比线条</a:t>
            </a:r>
            <a:endParaRPr lang="en-US" sz="1200" dirty="0"/>
          </a:p>
        </p:txBody>
      </p:sp>
      <p:pic>
        <p:nvPicPr>
          <p:cNvPr id="14" name="图片 13" descr="生成10张不同人物场景的欧美情侣合照 (1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98" y="1180465"/>
            <a:ext cx="2402205" cy="3202940"/>
          </a:xfrm>
          <a:prstGeom prst="rect">
            <a:avLst/>
          </a:prstGeom>
        </p:spPr>
      </p:pic>
      <p:pic>
        <p:nvPicPr>
          <p:cNvPr id="15" name="图片 14" descr="279C94DF-2849-470f-B4E9-C1D1C5C474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460" y="1189990"/>
            <a:ext cx="2393950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Step 2: Photoshop图章滤镜处理</a:t>
            </a:r>
            <a:endParaRPr lang="en-US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pic>
        <p:nvPicPr>
          <p:cNvPr id="4" name="Image 0" descr="/workspace/.uploads/dde61e86-70a8-43c5-9ab1-f2a84860f984_1.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5029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22960"/>
            <a:ext cx="292671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A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A8FF"/>
                </a:solidFill>
              </a:rPr>
              <a:t>Photoshop操作步骤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137160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1. 打开 Photoshop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664208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2. 导入 Link Fox 输出图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1956816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3. 菜单栏选择：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249424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542032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1A8FF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滤镜 → 风格化 → 图章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83464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0" y="3127248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4. 调整参数：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419856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   • 明/暗平衡：调整对比度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3712464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   • 平滑度：调整边缘平滑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4005072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5. 点击确定，保存成品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Step 2 滤镜参数设置</a:t>
            </a:r>
            <a:endParaRPr lang="en-US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pic>
        <p:nvPicPr>
          <p:cNvPr id="4" name="Image 0" descr="/workspace/.uploads/49ce1e0b-38f7-4b38-abec-b302d9c91eea_1.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50292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22960"/>
            <a:ext cx="2905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A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A8FF"/>
                </a:solidFill>
              </a:rPr>
              <a:t>图章滤镜参数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146304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明/暗平衡: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1463040"/>
            <a:ext cx="731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A8FF"/>
                </a:solidFill>
              </a:rPr>
              <a:t>25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1828800"/>
            <a:ext cx="28346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</a:rPr>
              <a:t>控制黑白对比度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2286000"/>
            <a:ext cx="13716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平滑度: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2286000"/>
            <a:ext cx="7315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A8FF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35040" y="2651760"/>
            <a:ext cx="28346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</a:rPr>
              <a:t>控制边缘平滑程度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3383280"/>
            <a:ext cx="28346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</a:rPr>
              <a:t>效果：高对比黑白图，适合激光雕刻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</p:spPr>
        <p:txBody>
          <a:bodyPr wrap="square" lIns="46990" tIns="46990" rIns="46990" bIns="4699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Link Fox </a:t>
            </a:r>
            <a:r>
              <a:rPr lang="zh-CN" alt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口令</a:t>
            </a: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（</a:t>
            </a:r>
            <a:r>
              <a:rPr lang="zh-CN" alt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情侣</a:t>
            </a: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）</a:t>
            </a:r>
            <a:endParaRPr lang="en-US" altLang="zh-CN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40055" y="822960"/>
            <a:ext cx="824611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B68EE"/>
                </a:solidFill>
              </a:rPr>
              <a:t>Link Fox </a:t>
            </a:r>
            <a:r>
              <a:rPr lang="zh-CN" altLang="en-US" sz="1600" b="1" dirty="0">
                <a:solidFill>
                  <a:srgbClr val="7B68EE"/>
                </a:solidFill>
              </a:rPr>
              <a:t>口令</a:t>
            </a:r>
            <a:r>
              <a:rPr lang="en-US" altLang="zh-CN" sz="1600" b="1" dirty="0">
                <a:solidFill>
                  <a:srgbClr val="7B68EE"/>
                </a:solidFill>
              </a:rPr>
              <a:t>：（</a:t>
            </a:r>
            <a:r>
              <a:rPr lang="zh-CN" altLang="en-US" sz="1600" b="1" dirty="0">
                <a:solidFill>
                  <a:srgbClr val="7B68EE"/>
                </a:solidFill>
              </a:rPr>
              <a:t>情侣</a:t>
            </a:r>
            <a:r>
              <a:rPr lang="en-US" altLang="zh-CN" sz="1600" b="1" dirty="0">
                <a:solidFill>
                  <a:srgbClr val="7B68EE"/>
                </a:solidFill>
              </a:rPr>
              <a:t>）</a:t>
            </a:r>
            <a:endParaRPr lang="en-US" altLang="zh-CN" sz="1600" b="1" dirty="0">
              <a:solidFill>
                <a:srgbClr val="7B68EE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7863840" cy="303657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zh-CN" altLang="en-US" sz="1100" dirty="0"/>
              <a:t>将图</a:t>
            </a:r>
            <a:r>
              <a:rPr lang="en-US" altLang="zh-CN" sz="1100" dirty="0"/>
              <a:t>1</a:t>
            </a:r>
            <a:r>
              <a:rPr lang="zh-CN" altLang="en-US" sz="1100" dirty="0"/>
              <a:t>转为图</a:t>
            </a:r>
            <a:r>
              <a:rPr lang="en-US" altLang="zh-CN" sz="1100" dirty="0"/>
              <a:t>2</a:t>
            </a:r>
            <a:r>
              <a:rPr lang="zh-CN" altLang="en-US" sz="1100" dirty="0"/>
              <a:t>同风格类型的黑白印章图，风格完全参照图</a:t>
            </a:r>
            <a:r>
              <a:rPr lang="en-US" altLang="zh-CN" sz="1100" dirty="0"/>
              <a:t>2</a:t>
            </a:r>
            <a:r>
              <a:rPr lang="zh-CN" altLang="en-US" sz="1100" dirty="0"/>
              <a:t>，仅风格参考图</a:t>
            </a:r>
            <a:r>
              <a:rPr lang="en-US" altLang="zh-CN" sz="1100" dirty="0"/>
              <a:t>2</a:t>
            </a:r>
            <a:r>
              <a:rPr lang="zh-CN" altLang="en-US" sz="1100" dirty="0"/>
              <a:t>，最终输出与图</a:t>
            </a:r>
            <a:r>
              <a:rPr lang="en-US" altLang="zh-CN" sz="1100" dirty="0"/>
              <a:t>1</a:t>
            </a:r>
            <a:r>
              <a:rPr lang="zh-CN" altLang="en-US" sz="1100" dirty="0"/>
              <a:t>人物完全一致的黑白印章版本。人物细节零修改原则（强制要求）：严格保留原图中两人的所有原始特征，包括但不限于：拥抱的整体姿势、手臂环绕的位置、双手交叉重叠的形态与手指细节、五官相貌、面部微笑表情、头发的长度、卷曲度与分缝走向、服装的款式版型、领口袖口细节、佩戴的所有配饰，人物的身高比例、身体轮廓、肢体角度完全与原图一致，不得做任何修改、美化或变形。</a:t>
            </a:r>
            <a:endParaRPr lang="zh-CN" alt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100" dirty="0"/>
              <a:t>黑白印章风格规范：仅使用纯黑色和纯白色两种颜色，无任何灰色过渡；采用粗实清晰的黑色轮廓线勾勒人物所有边缘，内部用简洁的交叉排线和实心块面填充表现明暗层次与衣物纹理，模仿传统手工雕刻橡皮图章的质感；线条流畅有力，无模糊、毛边、断点或杂色，确保印刷后边缘锐利清晰。</a:t>
            </a:r>
            <a:endParaRPr lang="zh-CN" alt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100" dirty="0"/>
              <a:t>背景与主体处理：完全删除原图中的所有背景元素（树木、草地、长椅、光影、天空等），替换为纯白色背景；仅保留完整的人物主体，人物居中放置且占画面主要比例，主体突出醒目，无任何多余装饰。</a:t>
            </a:r>
            <a:endParaRPr lang="zh-CN" alt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100" dirty="0"/>
              <a:t>礼品印刷工艺适配：整体效果适配激光雕刻、丝网印刷、热转印、烫印等各类礼品定制工艺；避免过于细小的线条和复杂的纹理，确保印刷或雕刻时细节不会丢失；黑色块面均匀，白色区域干净，对比度强烈。</a:t>
            </a:r>
            <a:endParaRPr lang="zh-CN" alt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100" dirty="0"/>
              <a:t>再次强制强调：本指令唯一允许的操作是将彩色照片转换为黑白印章风格，绝对不允许改变任何人物的动作、姿态、表情、服饰、配饰和比例，不得添加任何额外元素，也不得删减任何原始人物细节，最终输出与图</a:t>
            </a:r>
            <a:r>
              <a:rPr lang="en-US" altLang="zh-CN" sz="1100" dirty="0"/>
              <a:t>1</a:t>
            </a:r>
            <a:r>
              <a:rPr lang="zh-CN" altLang="en-US" sz="1100" dirty="0"/>
              <a:t>人物完全一致的黑白印章版本。</a:t>
            </a:r>
            <a:endParaRPr lang="zh-CN" alt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solidFill>
            <a:srgbClr val="1B4B7A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457200"/>
          </a:xfrm>
          <a:prstGeom prst="rect">
            <a:avLst/>
          </a:prstGeom>
          <a:noFill/>
        </p:spPr>
        <p:txBody>
          <a:bodyPr wrap="square" lIns="46990" tIns="46990" rIns="46990" bIns="4699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Link Fox </a:t>
            </a:r>
            <a:r>
              <a:rPr lang="zh-CN" alt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口令</a:t>
            </a: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（</a:t>
            </a:r>
            <a:r>
              <a:rPr lang="zh-CN" altLang="en-US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家庭</a:t>
            </a:r>
            <a:r>
              <a:rPr lang="en-US" altLang="zh-CN" sz="2000" b="1" spc="200" dirty="0">
                <a:solidFill>
                  <a:srgbClr val="FFFFFF"/>
                </a:solidFill>
                <a:uFillTx/>
                <a:latin typeface="Georgia Bold" panose="02040802050405020203" charset="0"/>
                <a:ea typeface="Georgia Bold" panose="02040802050405020203" charset="0"/>
                <a:cs typeface="Georgia" panose="02040802050405020203" pitchFamily="34" charset="-120"/>
              </a:rPr>
              <a:t>）</a:t>
            </a:r>
            <a:endParaRPr lang="en-US" altLang="zh-CN" sz="2000" b="1" spc="200" dirty="0">
              <a:solidFill>
                <a:srgbClr val="FFFFFF"/>
              </a:solidFill>
              <a:uFillTx/>
              <a:latin typeface="Georgia Bold" panose="02040802050405020203" charset="0"/>
              <a:ea typeface="Georgia Bold" panose="02040802050405020203" charset="0"/>
              <a:cs typeface="Georgia" panose="02040802050405020203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40055" y="822960"/>
            <a:ext cx="8246110" cy="3994785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B68EE"/>
                </a:solidFill>
              </a:rPr>
              <a:t>Link Fox </a:t>
            </a:r>
            <a:r>
              <a:rPr lang="zh-CN" altLang="en-US" sz="1600" b="1" dirty="0">
                <a:solidFill>
                  <a:srgbClr val="7B68EE"/>
                </a:solidFill>
              </a:rPr>
              <a:t>口令</a:t>
            </a:r>
            <a:r>
              <a:rPr lang="en-US" altLang="zh-CN" sz="1600" b="1" dirty="0">
                <a:solidFill>
                  <a:srgbClr val="7B68EE"/>
                </a:solidFill>
              </a:rPr>
              <a:t>：（</a:t>
            </a:r>
            <a:r>
              <a:rPr lang="zh-CN" altLang="en-US" sz="1600" b="1" dirty="0">
                <a:solidFill>
                  <a:srgbClr val="7B68EE"/>
                </a:solidFill>
              </a:rPr>
              <a:t>家庭</a:t>
            </a:r>
            <a:r>
              <a:rPr lang="en-US" altLang="zh-CN" sz="1600" b="1" dirty="0">
                <a:solidFill>
                  <a:srgbClr val="7B68EE"/>
                </a:solidFill>
              </a:rPr>
              <a:t>）</a:t>
            </a:r>
            <a:endParaRPr lang="en-US" altLang="zh-CN" sz="1600" b="1" dirty="0">
              <a:solidFill>
                <a:srgbClr val="7B68EE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206500"/>
            <a:ext cx="7863840" cy="3840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将图</a:t>
            </a:r>
            <a:r>
              <a:rPr lang="en-US" altLang="zh-CN" sz="1000" dirty="0"/>
              <a:t>1</a:t>
            </a:r>
            <a:r>
              <a:rPr lang="zh-CN" altLang="en-US" sz="1000" dirty="0"/>
              <a:t>中的所有家庭成员人物主体转换为纯黑白橡皮图章</a:t>
            </a:r>
            <a:r>
              <a:rPr lang="en-US" altLang="zh-CN" sz="1000" dirty="0"/>
              <a:t> / </a:t>
            </a:r>
            <a:r>
              <a:rPr lang="zh-CN" altLang="en-US" sz="1000" dirty="0"/>
              <a:t>木刻版画风格，</a:t>
            </a:r>
            <a:r>
              <a:rPr lang="zh-CN" altLang="en-US" sz="1000" dirty="0">
                <a:sym typeface="+mn-ea"/>
              </a:rPr>
              <a:t>风格完全参照图</a:t>
            </a:r>
            <a:r>
              <a:rPr lang="en-US" altLang="zh-CN" sz="1000" dirty="0">
                <a:sym typeface="+mn-ea"/>
              </a:rPr>
              <a:t>2</a:t>
            </a:r>
            <a:r>
              <a:rPr lang="zh-CN" altLang="en-US" sz="1000" dirty="0">
                <a:sym typeface="+mn-ea"/>
              </a:rPr>
              <a:t>，仅风格参考图</a:t>
            </a:r>
            <a:r>
              <a:rPr lang="en-US" altLang="zh-CN" sz="1000" dirty="0">
                <a:sym typeface="+mn-ea"/>
              </a:rPr>
              <a:t>2</a:t>
            </a:r>
            <a:r>
              <a:rPr lang="zh-CN" altLang="en-US" sz="1000" dirty="0">
                <a:sym typeface="+mn-ea"/>
              </a:rPr>
              <a:t>，最终输出与图</a:t>
            </a:r>
            <a:r>
              <a:rPr lang="en-US" altLang="zh-CN" sz="1000" dirty="0">
                <a:sym typeface="+mn-ea"/>
              </a:rPr>
              <a:t>1</a:t>
            </a:r>
            <a:r>
              <a:rPr lang="zh-CN" altLang="en-US" sz="1000" dirty="0">
                <a:sym typeface="+mn-ea"/>
              </a:rPr>
              <a:t>人物完全一致的黑白印章版本。</a:t>
            </a:r>
            <a:r>
              <a:rPr lang="zh-CN" altLang="en-US" sz="1000" dirty="0"/>
              <a:t>全程绝对禁止改变任何人物本身的原始设计，仅做风格转换，适配各类礼品定制印刷工艺，具体要求如下：</a:t>
            </a:r>
            <a:endParaRPr lang="zh-CN" alt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人物细节零修改强制原则（最高优先级）：严格保留原图中每一位家庭成员的所有原始特征，包括但不限于：所有人的站位顺序、相互之间的位置关系、肢体动作与手势、五官相貌、面部表情、头发的长度、发型、分缝走向与层次感、所有服饰的款式版型、领口袖口细节、衣物上的花纹图案（如碎花、纯色块）、所有配饰，每个人的身高比例、身体轮廓、肢体角度完全与原图一致，不得做任何修改、简化、美化、变形或删减，不得调换人物位置，不得改变任何人物的辨识度。</a:t>
            </a:r>
            <a:endParaRPr lang="zh-CN" alt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黑白印章风格规范：仅使用纯黑色和纯白色两种颜色，无任何灰色过渡；采用粗实清晰的黑色轮廓线勾勒所有人物的边缘，内部用简洁的交叉排线和实心块面填充表现明暗层次与衣物纹理，模仿传统手工雕刻橡皮图章的质感；线条流畅有力，无模糊、毛边、断点或杂色，确保印刷后边缘锐利清晰；服饰上的花纹图案用简洁的块面或线条表现，保留辨识度但避免过于细碎。</a:t>
            </a:r>
            <a:endParaRPr lang="zh-CN" alt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背景与主体处理：完全删除原图中的所有背景元素（墙面、相框、地板、开关、光影</a:t>
            </a:r>
            <a:r>
              <a:rPr lang="zh-CN" altLang="en-US" sz="1000" dirty="0">
                <a:sym typeface="+mn-ea"/>
              </a:rPr>
              <a:t>、</a:t>
            </a:r>
            <a:r>
              <a:rPr lang="zh-CN" altLang="en-US" sz="1000" dirty="0">
                <a:sym typeface="+mn-ea"/>
              </a:rPr>
              <a:t>树木、草地、长椅、天空</a:t>
            </a:r>
            <a:r>
              <a:rPr lang="zh-CN" altLang="en-US" sz="1000" dirty="0"/>
              <a:t>等），替换为纯白色背景；仅保留完整的所有人物主体，人物整体居中放置且占画面主要比例，主体突出醒目，无任何多余装饰、边框或水印。</a:t>
            </a:r>
            <a:endParaRPr lang="zh-CN" alt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礼品印刷工艺适配：整体效果适配激光雕刻、等各类礼品定制工艺；避免过于细小的线条和复杂密集的纹理，确保在金属、木质、塑料、皮革、陶瓷等多种材质上印刷或雕刻时细节不会丢失；黑色块面均匀饱满，白色区域干净通透，黑白对比度强烈。</a:t>
            </a:r>
            <a:endParaRPr lang="zh-CN" alt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000" dirty="0"/>
              <a:t>再次强制强调：本指令唯一允许的操作是将彩色家庭合照转换为黑白印章风格，绝对不允许改变任何人物的动作、姿态、表情、服饰、配饰、比例和相互位置关系，不得添加任何额外元素，也不得删减任何原始人物细节，最终输出与原图人物完全一致、所有家庭成员特征完整保留的黑白印章版本。</a:t>
            </a:r>
            <a:endParaRPr lang="zh-CN" alt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29260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kern="0" spc="150" dirty="0">
                <a:solidFill>
                  <a:srgbClr val="1B4B7A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注意事项与技巧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457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B7A"/>
                </a:solidFill>
              </a:rPr>
              <a:t>照片选择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6858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选择光线充足、面部清晰的合照，避免遮挡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576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40560"/>
            <a:ext cx="457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84912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B7A"/>
                </a:solidFill>
              </a:rPr>
              <a:t>多次尝试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169160"/>
            <a:ext cx="6858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AI生成有随机性，可多生成几次选择最佳效果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806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3520"/>
            <a:ext cx="457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67208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B7A"/>
                </a:solidFill>
              </a:rPr>
              <a:t>PS参数调整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92120"/>
            <a:ext cx="6858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根据实际效果微调明/暗平衡和平滑度参数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03600"/>
            <a:ext cx="822960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86480"/>
            <a:ext cx="4572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49504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B7A"/>
                </a:solidFill>
              </a:rPr>
              <a:t>输出格式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815080"/>
            <a:ext cx="6858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最终保存为PNG格式，透明背景更适合雕刻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Georgia" panose="02040802050405020203" pitchFamily="34" charset="0"/>
                <a:ea typeface="Georgia" panose="02040802050405020203" pitchFamily="34" charset="-122"/>
                <a:cs typeface="Georgia" panose="02040802050405020203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A574"/>
                </a:solidFill>
              </a:rPr>
              <a:t>有心好礼，连接心底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2207</Words>
  <Application>WPS 文字</Application>
  <PresentationFormat>On-screen Show (16:9)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Georgia</vt:lpstr>
      <vt:lpstr>Georgia</vt:lpstr>
      <vt:lpstr>Georgia</vt:lpstr>
      <vt:lpstr>Georgia Bold</vt:lpstr>
      <vt:lpstr>Courier New</vt:lpstr>
      <vt:lpstr>Courier New</vt:lpstr>
      <vt:lpstr>Courier New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儷宋 Pro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九千七</cp:lastModifiedBy>
  <cp:revision>3</cp:revision>
  <dcterms:created xsi:type="dcterms:W3CDTF">2026-05-14T09:24:02Z</dcterms:created>
  <dcterms:modified xsi:type="dcterms:W3CDTF">2026-05-14T09:24:02Z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045AFC4C14259F103F94056A58B0061D_43</vt:lpwstr>
  </property>
  <property fmtid="{D5CDD505-2E9C-101B-9397-08002B2CF9AE}" pid="3" name="KSOProductBuildVer">
    <vt:lpwstr>2052-12.1.23135.23135</vt:lpwstr>
  </property>
</Properties>
</file>